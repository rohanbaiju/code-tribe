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8" r:id="rId2"/>
    <p:sldId id="257" r:id="rId3"/>
    <p:sldId id="261" r:id="rId4"/>
    <p:sldId id="262" r:id="rId5"/>
    <p:sldId id="266" r:id="rId6"/>
    <p:sldId id="264" r:id="rId7"/>
    <p:sldId id="26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6E6CCB9-2F2B-44CB-AD0E-DE727D934E3A}" v="2" dt="2025-11-20T18:30:04.3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64D580-3FD6-46B6-90B5-F9E3C017A386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AD9CFA-15D3-45E7-89CB-C8FF742D42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93408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728ED-EFA4-5156-DCDD-28621F5C87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E2031D-16F0-B410-6343-57D364CB13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7A467A-614F-9AB6-ADEB-C89A3514D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C7DA3-E725-43A8-B0AE-573A4208DED2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D5AC9E-F4BF-4B4D-476B-85DBE83AF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848BA9-DCF3-591C-6B19-7469E0886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EEE6F-FF68-4DBA-AE83-A94E6C3AD8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4472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02F6E-F721-EDAA-3A2B-09C49388E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90486-B01F-00C0-2B4F-1CCB66C112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13E88E-BE4C-956D-5FB4-65F231097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C7DA3-E725-43A8-B0AE-573A4208DED2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22706B-DAC6-8F5C-05F3-1F4206514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29CA76-209B-A03F-0CDF-231CF59D6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EEE6F-FF68-4DBA-AE83-A94E6C3AD8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0314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A2F8F-002E-ED37-FE69-85BEDE0B6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1F02D6-470C-64B7-1B48-A2757AE234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C0EE27-DB30-4DB3-75F5-2A163F557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C7DA3-E725-43A8-B0AE-573A4208DED2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332C07-4B35-38B9-DC3D-8DC5CC512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18F3AF-9613-C83F-94F0-6A7070318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EEE6F-FF68-4DBA-AE83-A94E6C3AD8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0410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BD05C-D5D5-4FDE-57DE-78A84D342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D26C53-7FC6-7597-686B-5DE454CD5D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241279-5F0C-1A0A-CA59-76DCE53991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DCB059-990D-C32F-B98C-97D41856B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C7DA3-E725-43A8-B0AE-573A4208DED2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2574FA-059F-56B4-7CCB-242408AD3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5F96E6-4744-545D-C3AC-D5EE02912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EEE6F-FF68-4DBA-AE83-A94E6C3AD8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6577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A87A5-DC1D-9585-BF16-26FCAB6BE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DA9F27-21F1-AD34-AFB8-51CECABE6A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81A71B-2125-E9ED-EC2A-FD9523B611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304DF0-AED5-5364-1FC2-2153E4B40D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1320CE-9DC7-DF49-767B-864C37F54A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EC9B94-EF6F-4629-F7A3-A523CA573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C7DA3-E725-43A8-B0AE-573A4208DED2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A7610A-5190-F8FD-B278-BF3B81A5D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DD24D9-F2D7-47A6-470F-C98233570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EEE6F-FF68-4DBA-AE83-A94E6C3AD8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386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09CB6-F73C-DEF5-9528-6E6A872C6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EAB925-95E0-7B71-609B-E22C6C728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C7DA3-E725-43A8-B0AE-573A4208DED2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09C971-986A-D722-3DF6-9666F50C4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285E1F-F0B3-1C2A-B363-E831DCCE1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EEE6F-FF68-4DBA-AE83-A94E6C3AD8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9727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CC1C37-5691-0667-5975-0AE5E69CE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C7DA3-E725-43A8-B0AE-573A4208DED2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8DA5F1-7E23-41DD-8F56-069340835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EC9BE-9DCC-8357-DB13-A273E9F32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EEE6F-FF68-4DBA-AE83-A94E6C3AD8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9565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F981B-A9C9-C096-530A-B4109F215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5DD59-A944-5432-211B-DC50D8DB42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8F6C40-1A68-DC3F-DE05-0231812834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B7309A-8F28-22F6-1642-BBF72F9CB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C7DA3-E725-43A8-B0AE-573A4208DED2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E63A68-2B66-B3E5-D7EE-361446C10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0B359B-CE43-C5CD-1CA7-048B61B25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EEE6F-FF68-4DBA-AE83-A94E6C3AD8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7896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E0187-BC00-0EFC-47CD-22B745027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A520F7-82A6-DC59-36A1-DD470577F8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EC529C-7D85-F3C7-B9E8-32F4A4A5FF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6DBDCA-DE32-E721-0968-0C1ECD55D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C7DA3-E725-43A8-B0AE-573A4208DED2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51919B-48FD-77BC-C2C6-6883CA661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E9F78F-A205-044E-95C8-DAFE83B31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EEE6F-FF68-4DBA-AE83-A94E6C3AD8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3389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76880-6BB2-3007-1DD0-3EEB748D7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701074-0AFA-C997-B644-8A11BBC511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077F76-604F-7322-660B-9F9637DE0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C7DA3-E725-43A8-B0AE-573A4208DED2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0E0AAE-732A-5B04-2668-9FBD68E9A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ADD76C-7BAA-EEFA-23A6-E002603D2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EEE6F-FF68-4DBA-AE83-A94E6C3AD8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9796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4374E0-7B57-98FC-B7C0-29A29D2E2A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6DB45C-EA80-5EE0-0434-0BB3219F78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6A30-47F2-79F4-217B-6FC867CF6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C7DA3-E725-43A8-B0AE-573A4208DED2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F30CC-E745-313C-01E0-616A01AA4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ADC8E1-6FD4-06AF-C6C9-DDB37CFCA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EEE6F-FF68-4DBA-AE83-A94E6C3AD8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9070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962759-93D7-7448-D8B3-BA1039C88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6F0B96-E54C-F911-6B3D-72DC039187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BD39C0-A3AD-9673-9159-6A560B48A6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EC7DA3-E725-43A8-B0AE-573A4208DED2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8335C6-5E51-EB45-4C50-0BA4CD01C4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D8D3DB-B058-63D5-F9D9-595422219E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5EEE6F-FF68-4DBA-AE83-A94E6C3AD8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8617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circle with white text&#10;&#10;AI-generated content may be incorrect.">
            <a:extLst>
              <a:ext uri="{FF2B5EF4-FFF2-40B4-BE49-F238E27FC236}">
                <a16:creationId xmlns:a16="http://schemas.microsoft.com/office/drawing/2014/main" id="{5CFFCB52-0687-DD4B-C3FB-3D1DBA4E13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7789" y="121286"/>
            <a:ext cx="1151466" cy="90839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13B92BA-2506-C1D6-F194-DD93747B77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774" y="121286"/>
            <a:ext cx="1885160" cy="371565"/>
          </a:xfrm>
          <a:prstGeom prst="rect">
            <a:avLst/>
          </a:prstGeom>
        </p:spPr>
      </p:pic>
      <p:pic>
        <p:nvPicPr>
          <p:cNvPr id="10" name="Picture 9" descr="A sticker with a planet and stars">
            <a:extLst>
              <a:ext uri="{FF2B5EF4-FFF2-40B4-BE49-F238E27FC236}">
                <a16:creationId xmlns:a16="http://schemas.microsoft.com/office/drawing/2014/main" id="{A399B4EC-8C05-0223-FDFB-568C050607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5891" y="-157982"/>
            <a:ext cx="2567554" cy="237533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98F9896-8B2B-8D07-965A-309D8C83FB66}"/>
              </a:ext>
            </a:extLst>
          </p:cNvPr>
          <p:cNvSpPr txBox="1"/>
          <p:nvPr/>
        </p:nvSpPr>
        <p:spPr>
          <a:xfrm>
            <a:off x="56363" y="1754657"/>
            <a:ext cx="11379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Problem Statement and Team Details</a:t>
            </a:r>
            <a:endParaRPr lang="en-IN" sz="36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3400F52-E9B5-0124-602E-FC376EBB8357}"/>
              </a:ext>
            </a:extLst>
          </p:cNvPr>
          <p:cNvSpPr txBox="1"/>
          <p:nvPr/>
        </p:nvSpPr>
        <p:spPr>
          <a:xfrm>
            <a:off x="163774" y="2524098"/>
            <a:ext cx="11271789" cy="402571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buClr>
                <a:srgbClr val="000000"/>
              </a:buClr>
              <a:buSzPts val="1500"/>
            </a:pPr>
            <a:r>
              <a:rPr lang="en-US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 Statement: </a:t>
            </a:r>
            <a:br>
              <a:rPr lang="en-US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lang="en-US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lnSpc>
                <a:spcPct val="120000"/>
              </a:lnSpc>
              <a:buClr>
                <a:srgbClr val="000000"/>
              </a:buClr>
              <a:buSzPts val="1500"/>
            </a:pPr>
            <a:endParaRPr lang="en-US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 algn="just">
              <a:lnSpc>
                <a:spcPct val="120000"/>
              </a:lnSpc>
              <a:spcBef>
                <a:spcPts val="0"/>
              </a:spcBef>
              <a:buClr>
                <a:srgbClr val="000000"/>
              </a:buClr>
              <a:buSzPts val="1500"/>
            </a:pPr>
            <a:r>
              <a:rPr lang="en-US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 Name:  </a:t>
            </a:r>
            <a:endParaRPr lang="en-US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 algn="just">
              <a:lnSpc>
                <a:spcPct val="120000"/>
              </a:lnSpc>
              <a:spcBef>
                <a:spcPts val="0"/>
              </a:spcBef>
              <a:buClr>
                <a:srgbClr val="000000"/>
              </a:buClr>
              <a:buSzPts val="1500"/>
            </a:pPr>
            <a:endParaRPr lang="en-US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 algn="just">
              <a:lnSpc>
                <a:spcPct val="120000"/>
              </a:lnSpc>
              <a:spcBef>
                <a:spcPts val="0"/>
              </a:spcBef>
              <a:buClr>
                <a:srgbClr val="000000"/>
              </a:buClr>
              <a:buSzPts val="1500"/>
            </a:pPr>
            <a:r>
              <a:rPr lang="en-US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b="1" dirty="0"/>
              <a:t>e</a:t>
            </a:r>
            <a:r>
              <a:rPr lang="en-US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am Leader Name: </a:t>
            </a:r>
            <a:endParaRPr lang="en-US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 algn="just">
              <a:lnSpc>
                <a:spcPct val="120000"/>
              </a:lnSpc>
              <a:spcBef>
                <a:spcPts val="0"/>
              </a:spcBef>
              <a:buClr>
                <a:srgbClr val="000000"/>
              </a:buClr>
              <a:buSzPts val="1500"/>
            </a:pPr>
            <a:endParaRPr lang="en-US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 algn="just">
              <a:lnSpc>
                <a:spcPct val="120000"/>
              </a:lnSpc>
              <a:spcBef>
                <a:spcPts val="0"/>
              </a:spcBef>
              <a:buClr>
                <a:srgbClr val="000000"/>
              </a:buClr>
              <a:buSzPts val="1500"/>
            </a:pPr>
            <a:r>
              <a:rPr lang="en-US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Institute Name: </a:t>
            </a:r>
            <a:endParaRPr lang="en-US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 algn="just">
              <a:lnSpc>
                <a:spcPct val="120000"/>
              </a:lnSpc>
              <a:spcBef>
                <a:spcPts val="0"/>
              </a:spcBef>
              <a:buClr>
                <a:srgbClr val="000000"/>
              </a:buClr>
              <a:buSzPts val="1500"/>
            </a:pPr>
            <a:endParaRPr lang="en-US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 algn="just">
              <a:lnSpc>
                <a:spcPct val="120000"/>
              </a:lnSpc>
              <a:spcBef>
                <a:spcPts val="0"/>
              </a:spcBef>
              <a:buClr>
                <a:srgbClr val="000000"/>
              </a:buClr>
              <a:buSzPts val="1500"/>
            </a:pPr>
            <a:endParaRPr lang="en-US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 algn="just">
              <a:lnSpc>
                <a:spcPct val="120000"/>
              </a:lnSpc>
              <a:spcBef>
                <a:spcPts val="0"/>
              </a:spcBef>
              <a:buClr>
                <a:srgbClr val="000000"/>
              </a:buClr>
              <a:buSzPts val="1500"/>
            </a:pPr>
            <a:r>
              <a:rPr lang="en-US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 Leader Email ID: </a:t>
            </a:r>
            <a:endParaRPr lang="en-US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58279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1744B-9BA3-86D9-70F8-DDC41B254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52475"/>
          </a:xfrm>
        </p:spPr>
        <p:txBody>
          <a:bodyPr/>
          <a:lstStyle/>
          <a:p>
            <a:pPr algn="ctr"/>
            <a:r>
              <a:rPr lang="en-US" b="1" dirty="0"/>
              <a:t>Problem and Solution</a:t>
            </a:r>
            <a:endParaRPr lang="en-IN" b="1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EEFA942-9913-6489-08F6-FCD13768FC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3200"/>
            <a:ext cx="10515600" cy="4805363"/>
          </a:xfrm>
          <a:ln w="28575"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sz="2400" dirty="0"/>
          </a:p>
          <a:p>
            <a:pPr marL="0" indent="0" algn="ctr">
              <a:buNone/>
            </a:pPr>
            <a:endParaRPr lang="en-US" sz="2400" dirty="0"/>
          </a:p>
          <a:p>
            <a:pPr marL="0" indent="0" algn="ctr">
              <a:buNone/>
            </a:pPr>
            <a:endParaRPr lang="en-US" sz="2400" dirty="0"/>
          </a:p>
          <a:p>
            <a:pPr marL="0" indent="0" algn="ctr">
              <a:buNone/>
            </a:pPr>
            <a:r>
              <a:rPr lang="en-US" sz="2400" dirty="0"/>
              <a:t>Refer to the provided problem statement and present a clear, concise explanation of your proposed solution.</a:t>
            </a:r>
            <a:endParaRPr lang="en-IN" sz="2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F1230F-108A-8A2F-6635-C0CE25D08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287" y="110390"/>
            <a:ext cx="1883827" cy="37188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7F00D18-D48F-726B-76D0-31D32AD544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5889" y="84990"/>
            <a:ext cx="1152244" cy="908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11398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1479E-2784-3F60-ADC5-2245A0F32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87120-4E48-5617-6FB3-1AE0CBE65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52475"/>
          </a:xfrm>
        </p:spPr>
        <p:txBody>
          <a:bodyPr/>
          <a:lstStyle/>
          <a:p>
            <a:pPr algn="ctr"/>
            <a:r>
              <a:rPr lang="en-US" b="1" dirty="0"/>
              <a:t>Methodology and Implementation</a:t>
            </a:r>
            <a:endParaRPr lang="en-IN" b="1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05591D3-93A1-6B2E-9C0F-9A94E4A4B1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3200"/>
            <a:ext cx="10515600" cy="4805363"/>
          </a:xfrm>
          <a:ln w="28575"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sz="2400" dirty="0"/>
          </a:p>
          <a:p>
            <a:pPr marL="0" indent="0" algn="ctr">
              <a:buNone/>
            </a:pPr>
            <a:endParaRPr lang="en-US" sz="2400" dirty="0"/>
          </a:p>
          <a:p>
            <a:pPr marL="0" indent="0" algn="ctr">
              <a:buNone/>
            </a:pPr>
            <a:endParaRPr lang="en-US" sz="2400" dirty="0"/>
          </a:p>
          <a:p>
            <a:pPr marL="0" indent="0" algn="ctr">
              <a:buNone/>
            </a:pPr>
            <a:r>
              <a:rPr lang="en-US" sz="2400" dirty="0"/>
              <a:t>Explain the structured steps, and processes followed to design and implement your solution.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2FD9AEE-FE9B-1FB7-2E2D-C0635F4801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287" y="110390"/>
            <a:ext cx="1883827" cy="37188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DD2265A-4958-3761-57A6-1C47A95C35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5889" y="84990"/>
            <a:ext cx="1152244" cy="908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502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494BF-E441-C646-6E9D-CAAF96040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1362D-9DC7-21DD-C799-515DE0212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52475"/>
          </a:xfrm>
        </p:spPr>
        <p:txBody>
          <a:bodyPr/>
          <a:lstStyle/>
          <a:p>
            <a:pPr algn="ctr"/>
            <a:r>
              <a:rPr lang="en-US" b="1" dirty="0"/>
              <a:t>Technology Used</a:t>
            </a:r>
            <a:endParaRPr lang="en-IN" b="1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9CFE1D5-1B47-D7AC-443C-D0F9614803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3200"/>
            <a:ext cx="10515600" cy="4805363"/>
          </a:xfrm>
          <a:ln w="28575"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sz="2400" dirty="0"/>
          </a:p>
          <a:p>
            <a:pPr marL="0" indent="0" algn="ctr">
              <a:buNone/>
            </a:pPr>
            <a:endParaRPr lang="en-US" sz="2400" dirty="0"/>
          </a:p>
          <a:p>
            <a:pPr marL="0" indent="0" algn="ctr">
              <a:buNone/>
            </a:pPr>
            <a:endParaRPr lang="en-US" sz="2400" dirty="0"/>
          </a:p>
          <a:p>
            <a:pPr marL="0" indent="0" algn="ctr">
              <a:buNone/>
            </a:pPr>
            <a:r>
              <a:rPr lang="en-US" sz="2400" dirty="0"/>
              <a:t>List the technologies, tools, and frameworks used in building your solution.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60AAA9E-4F27-0BDD-5FC2-5C0EB308B4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287" y="110390"/>
            <a:ext cx="1883827" cy="37188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C1DC2C6-CD00-5982-4425-9EA4E72AAC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5889" y="84990"/>
            <a:ext cx="1152244" cy="908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5916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BBDE6-1BF3-93D6-48D2-603D3DBB7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90D33-FF69-F3B1-7CA1-EC02581A0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52475"/>
          </a:xfrm>
        </p:spPr>
        <p:txBody>
          <a:bodyPr/>
          <a:lstStyle/>
          <a:p>
            <a:pPr algn="ctr"/>
            <a:r>
              <a:rPr lang="en-IN" b="1" dirty="0"/>
              <a:t>Supporting Diagrams / Flowchart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1C788B9-6347-47AB-3AAF-78FC773DB5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3200"/>
            <a:ext cx="10515600" cy="4805363"/>
          </a:xfrm>
          <a:ln w="28575"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sz="2400" dirty="0"/>
          </a:p>
          <a:p>
            <a:pPr marL="0" indent="0" algn="ctr">
              <a:buNone/>
            </a:pPr>
            <a:endParaRPr lang="en-US" sz="2400" dirty="0"/>
          </a:p>
          <a:p>
            <a:pPr marL="0" indent="0" algn="ctr">
              <a:buNone/>
            </a:pPr>
            <a:endParaRPr lang="en-US" sz="2400" dirty="0"/>
          </a:p>
          <a:p>
            <a:pPr marL="0" indent="0" algn="ctr">
              <a:buNone/>
            </a:pPr>
            <a:r>
              <a:rPr lang="en-US" sz="2400" dirty="0"/>
              <a:t>Include diagrams or flowcharts to visually represent your system design, workflow, or logical structure.</a:t>
            </a:r>
          </a:p>
          <a:p>
            <a:pPr marL="0" indent="0" algn="ctr">
              <a:buNone/>
            </a:pPr>
            <a:endParaRPr lang="en-US" sz="2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7A3C7E-DEF6-B813-789C-4C30B74A68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287" y="110390"/>
            <a:ext cx="1883827" cy="37188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25E3B88-426B-7C3E-8826-169D2E2DC0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5889" y="84990"/>
            <a:ext cx="1152244" cy="908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1661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EB67F-077A-B202-33CE-ADD688663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18F42-E6E1-0FB0-5ECE-4BA852B1C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52475"/>
          </a:xfrm>
        </p:spPr>
        <p:txBody>
          <a:bodyPr/>
          <a:lstStyle/>
          <a:p>
            <a:pPr algn="ctr"/>
            <a:r>
              <a:rPr lang="en-IN" b="1" dirty="0"/>
              <a:t>Impact &amp; Future Scope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56B6CCA-96DE-A86E-C121-6B8013439C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3200"/>
            <a:ext cx="10515600" cy="4805363"/>
          </a:xfrm>
          <a:ln w="28575"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sz="2400" dirty="0"/>
          </a:p>
          <a:p>
            <a:pPr marL="0" indent="0" algn="ctr">
              <a:buNone/>
            </a:pPr>
            <a:endParaRPr lang="en-US" sz="2400" dirty="0"/>
          </a:p>
          <a:p>
            <a:pPr marL="0" indent="0" algn="ctr">
              <a:buNone/>
            </a:pPr>
            <a:endParaRPr lang="en-US" sz="2400" dirty="0"/>
          </a:p>
          <a:p>
            <a:pPr marL="0" indent="0" algn="ctr">
              <a:buNone/>
            </a:pPr>
            <a:r>
              <a:rPr lang="en-US" sz="2400" dirty="0"/>
              <a:t>Highlight the potential impact of your solution and outline planned future enhancements or extensions.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4D3F86C-189A-437B-E207-1F9183CCBD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287" y="110390"/>
            <a:ext cx="1883827" cy="37188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6E16C07-ED5F-7473-A695-2B0100252A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5889" y="84990"/>
            <a:ext cx="1152244" cy="908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6975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B074F-87D0-EB15-47FB-8175333B6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659D4-1141-A5C4-7C94-E62E66F7D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52475"/>
          </a:xfrm>
        </p:spPr>
        <p:txBody>
          <a:bodyPr/>
          <a:lstStyle/>
          <a:p>
            <a:pPr algn="ctr"/>
            <a:r>
              <a:rPr lang="en-US" b="1" dirty="0"/>
              <a:t>Conclusion</a:t>
            </a:r>
            <a:endParaRPr lang="en-IN" b="1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88CE6BE-2726-4334-AFFB-E9B34F70B4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3200"/>
            <a:ext cx="10515600" cy="4805363"/>
          </a:xfrm>
          <a:ln w="28575"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sz="2400" dirty="0"/>
          </a:p>
          <a:p>
            <a:pPr marL="0" indent="0" algn="ctr">
              <a:buNone/>
            </a:pPr>
            <a:endParaRPr lang="en-US" sz="2400" dirty="0"/>
          </a:p>
          <a:p>
            <a:pPr marL="0" indent="0" algn="ctr">
              <a:buNone/>
            </a:pPr>
            <a:endParaRPr lang="en-US" sz="2400" dirty="0"/>
          </a:p>
          <a:p>
            <a:pPr marL="0" indent="0" algn="ctr">
              <a:buNone/>
            </a:pPr>
            <a:r>
              <a:rPr lang="en-US" sz="2400" dirty="0"/>
              <a:t>Summarize your project’s key outcomes, strengths, and final takeaways.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2E82082-FB05-ECA8-101F-A65EFB8E4F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287" y="110390"/>
            <a:ext cx="1883827" cy="37188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DCEF3B1-A674-25CA-62C1-7F18FF4371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5889" y="84990"/>
            <a:ext cx="1152244" cy="908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2540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132</Words>
  <Application>Microsoft Office PowerPoint</Application>
  <PresentationFormat>Widescreen</PresentationFormat>
  <Paragraphs>41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Problem and Solution</vt:lpstr>
      <vt:lpstr>Methodology and Implementation</vt:lpstr>
      <vt:lpstr>Technology Used</vt:lpstr>
      <vt:lpstr>Supporting Diagrams / Flowchart</vt:lpstr>
      <vt:lpstr>Impact &amp; Future Scope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Lalithya Praveen</dc:creator>
  <cp:lastModifiedBy>Lalithya Praveen</cp:lastModifiedBy>
  <cp:revision>4</cp:revision>
  <dcterms:created xsi:type="dcterms:W3CDTF">2025-11-20T17:51:25Z</dcterms:created>
  <dcterms:modified xsi:type="dcterms:W3CDTF">2025-11-20T18:31:30Z</dcterms:modified>
</cp:coreProperties>
</file>